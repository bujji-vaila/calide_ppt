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365760" cy="5143500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91440" cy="9144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60120"/>
            <a:ext cx="91440" cy="91440"/>
          </a:xfrm>
          <a:prstGeom prst="ellipse">
            <a:avLst/>
          </a:prstGeom>
          <a:solidFill>
            <a:srgbClr val="F4A623">
              <a:alpha val="82000"/>
            </a:srgbClr>
          </a:solidFill>
          <a:ln w="12700">
            <a:solidFill>
              <a:srgbClr val="F4A623">
                <a:alpha val="8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960120"/>
            <a:ext cx="91440" cy="91440"/>
          </a:xfrm>
          <a:prstGeom prst="ellipse">
            <a:avLst/>
          </a:prstGeom>
          <a:solidFill>
            <a:srgbClr val="F4A623">
              <a:alpha val="64000"/>
            </a:srgbClr>
          </a:solidFill>
          <a:ln w="12700">
            <a:solidFill>
              <a:srgbClr val="F4A623">
                <a:alpha val="6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960120"/>
            <a:ext cx="91440" cy="91440"/>
          </a:xfrm>
          <a:prstGeom prst="ellipse">
            <a:avLst/>
          </a:prstGeom>
          <a:solidFill>
            <a:srgbClr val="F4A623">
              <a:alpha val="46000"/>
            </a:srgbClr>
          </a:solidFill>
          <a:ln w="12700">
            <a:solidFill>
              <a:srgbClr val="F4A623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960120"/>
            <a:ext cx="91440" cy="91440"/>
          </a:xfrm>
          <a:prstGeom prst="ellipse">
            <a:avLst/>
          </a:prstGeom>
          <a:solidFill>
            <a:srgbClr val="F4A623">
              <a:alpha val="28000"/>
            </a:srgbClr>
          </a:solidFill>
          <a:ln w="12700">
            <a:solidFill>
              <a:srgbClr val="F4A623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88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Adoption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11480" y="3429000"/>
            <a:ext cx="2286000" cy="36576"/>
          </a:xfrm>
          <a:prstGeom prst="rect">
            <a:avLst/>
          </a:prstGeom>
          <a:solidFill>
            <a:srgbClr val="C9DBFC">
              <a:alpha val="60000"/>
            </a:srgbClr>
          </a:solidFill>
          <a:ln w="12700">
            <a:solidFill>
              <a:srgbClr val="C9DBFC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566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Technical Leads, Developers &amp; Managers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913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Production-Safe AI-Assisted Development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1234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852160" y="1892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350008"/>
            <a:ext cx="1463040" cy="18288"/>
          </a:xfrm>
          <a:prstGeom prst="rect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2423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852160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3538728"/>
            <a:ext cx="1463040" cy="18288"/>
          </a:xfrm>
          <a:prstGeom prst="rect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36118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852160" y="4270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48640" cy="84124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41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Claude Code?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 for AI-assisted development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56232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56232"/>
            <a:ext cx="548640" cy="84124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5623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19293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adopting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Productivity, consistency, quality gates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4378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43784"/>
            <a:ext cx="548640" cy="84124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84378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9169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governance framework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273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rules, settings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83133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31336"/>
            <a:ext cx="548640" cy="84124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83133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39044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team workflow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2611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startup, feature flow, prompting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8686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868680"/>
            <a:ext cx="548640" cy="841248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86868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941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security gates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90%+, Veracode SAST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856232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856232"/>
            <a:ext cx="548640" cy="841248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85623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49240" y="19293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controls &amp; PR process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gates, feature rule files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84378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843784"/>
            <a:ext cx="548640" cy="841248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84378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49240" y="29169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onboarding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49240" y="3273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checklist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Claude Code?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64008" cy="2194560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Anthropic's CLI tool that brings AI assistance directly into your terminal and development workflow.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your project's CLAUDE.md rules and codebase context — then helps developers write, test, and review code within the guardrails your team defines.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2057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20574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822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1247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CLAUDE.md &amp; codebase before generating 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822960"/>
            <a:ext cx="2057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03720" y="822960"/>
            <a:ext cx="20574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822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Rule-enforcing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11247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your team's patterns and quality gates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057400"/>
            <a:ext cx="2057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057400"/>
            <a:ext cx="20574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0574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Permission-gated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3591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list stops risky actions (push, drop, rm -rf)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2057400"/>
            <a:ext cx="2057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2057400"/>
            <a:ext cx="20574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0574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Path-scoped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23591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rules activate only for relevant file paths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154680"/>
            <a:ext cx="8549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154680"/>
            <a:ext cx="64008" cy="68580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2186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"Claude Code reads your rules and existing patterns before touching any code. It is a maintainer, not a re-architect."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Adopting Claude Code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143000"/>
            <a:ext cx="502920" cy="502920"/>
          </a:xfrm>
          <a:prstGeom prst="ellipse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9326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feature delivery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4712" y="126187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feature scaffolding — menu, routing, Redux, API, controller, service, tests — in one guided session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9472" y="1143000"/>
            <a:ext cx="502920" cy="502920"/>
          </a:xfrm>
          <a:prstGeom prst="ellipse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9326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consistency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59552" y="126187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existing modules and mirrors them. No one-off implementations or style drift across the team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1762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2496312"/>
            <a:ext cx="502920" cy="50292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228600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security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" y="261518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Veracode-aware rules prevent SQL injection, XSS, IDOR, hardcoded secrets from being introduced at the start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1762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9472" y="2496312"/>
            <a:ext cx="502920" cy="50292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228600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enforced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59552" y="261518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90%+ coverage and zero code smells are part of every generation — not a post-development check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52958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" y="3849624"/>
            <a:ext cx="502920" cy="50292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36393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developer uplift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" y="396849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follow senior-level patterns guided by CLAUDE.md — institutional knowledge is codified and reusable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52958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19472" y="3849624"/>
            <a:ext cx="502920" cy="502920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36393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59552" y="396849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safe change rule, deny lists, and feature rule file review gate prevent regressions before they start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E45"/>
          </a:solidFill>
          <a:ln w="12700">
            <a:solidFill>
              <a:srgbClr val="111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201168" cy="82296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1284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Governance Framework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· Rule files · Settings · Feature gates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Configuration — What Gets Committed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251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64008" cy="3520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project-root/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11099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CLAUDE.md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35331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.claude/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59562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settings.json      ← team permissions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83794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rules/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08026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B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sonar-quality.md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32257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B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veracode-security.md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56489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B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react-redux.md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80720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B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node-typeorm.md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04952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features/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_TEMPLATE.md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53415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[TICKET]-[name].md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77647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.gitignore  ← includes CLAUDE.local.md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80467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804672"/>
            <a:ext cx="64008" cy="107899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8686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118872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rules. Loaded every session automatically. Defines mindset, patterns, quality gates, and the E2E flow requirement.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01168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011680"/>
            <a:ext cx="64008" cy="1078992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0756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.claude/rules/*.md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2395728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 (Sonar, Veracode, React, TypeORM). Path-scoped — only activates when Claude touches relevant files.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218688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218688"/>
            <a:ext cx="64008" cy="1078992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28269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features/[name].md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360273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rule file created before any code. Defines API contract, data model, Redux shape, and component tree for that feature only.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Non-Negotiable Rules (Inside CLAUDE.md)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49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64008" cy="7132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32688"/>
            <a:ext cx="457200" cy="4572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8686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beats this document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161288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existing code differs from CLAUDE.md → follow the code. Codebase is always the source of truth.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627632"/>
            <a:ext cx="8549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27632"/>
            <a:ext cx="64008" cy="7132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755648"/>
            <a:ext cx="457200" cy="4572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16916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safe change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1984248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only what the requirement demands. Never touch unrelated files. Never refactor while implementing.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450592"/>
            <a:ext cx="8549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450592"/>
            <a:ext cx="64008" cy="7132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578608"/>
            <a:ext cx="457200" cy="4572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25146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before creating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2807208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src/common, src/components, and existing features before creating anything new.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273552"/>
            <a:ext cx="8549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273552"/>
            <a:ext cx="64008" cy="7132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" y="33375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logic changes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" y="3630168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 logic if the requirement explicitly demands it. Preserve existing behavior.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096512"/>
            <a:ext cx="8549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096512"/>
            <a:ext cx="64008" cy="7132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24528"/>
            <a:ext cx="457200" cy="4572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15568" y="41605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 nothing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15568" y="4453128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generate isolated code. Every feature must be wired: menu → route → component → Redux → API → controller → service → repo → tests.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E45"/>
          </a:solidFill>
          <a:ln w="12700">
            <a:solidFill>
              <a:srgbClr val="111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201168" cy="82296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1284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Team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startup · Feature development · Prompting patterns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— Daily Session Startup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2743200" cy="5029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594360"/>
            <a:ext cx="530352" cy="530352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594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868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from project root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2560320" cy="777240"/>
          </a:xfrm>
          <a:prstGeom prst="rect">
            <a:avLst/>
          </a:prstGeom>
          <a:solidFill>
            <a:srgbClr val="111E45"/>
          </a:solidFill>
          <a:ln w="12700">
            <a:solidFill>
              <a:srgbClr val="111E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463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project-root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30428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from root — not a subfolder. Claude walks up the directory tree to find CLAUDE.md.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27832" y="804672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804672"/>
            <a:ext cx="2743200" cy="502920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594360"/>
            <a:ext cx="530352" cy="530352"/>
          </a:xfrm>
          <a:prstGeom prst="ellipse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594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19272" y="868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rules are loaded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9272" y="1417320"/>
            <a:ext cx="2560320" cy="777240"/>
          </a:xfrm>
          <a:prstGeom prst="rect">
            <a:avLst/>
          </a:prstGeom>
          <a:solidFill>
            <a:srgbClr val="111E45"/>
          </a:solidFill>
          <a:ln w="12700">
            <a:solidFill>
              <a:srgbClr val="111E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1463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/memory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30428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CLAUDE.md and all .claude/rules/*.md files appear. Takes 5 seconds. Make it a habit.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35624" y="804672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35624" y="804672"/>
            <a:ext cx="2743200" cy="502920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32904" y="594360"/>
            <a:ext cx="530352" cy="530352"/>
          </a:xfrm>
          <a:prstGeom prst="ellipse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32904" y="594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27064" y="868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before coding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27064" y="1417320"/>
            <a:ext cx="2560320" cy="777240"/>
          </a:xfrm>
          <a:prstGeom prst="rect">
            <a:avLst/>
          </a:prstGeom>
          <a:solidFill>
            <a:srgbClr val="111E45"/>
          </a:solidFill>
          <a:ln w="12700">
            <a:solidFill>
              <a:srgbClr val="111E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1463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[nearest module]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impacted files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45352" y="230428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which feature you are building and ask it to read the reference module first.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572000"/>
            <a:ext cx="8549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572000"/>
            <a:ext cx="64008" cy="310896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08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/status does not show CLAUDE.md — stop. Fix the launch directory before writing any code.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Development — E2E Flow (Every Feature, Every Time)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572768" cy="8046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92808" y="1362456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960120"/>
            <a:ext cx="1572768" cy="804672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9601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39112" y="960120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1362456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58184" y="960120"/>
            <a:ext cx="1572768" cy="804672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9601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58184" y="960120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30952" y="1362456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77256" y="960120"/>
            <a:ext cx="1572768" cy="804672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77256" y="9601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77256" y="960120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50024" y="1362456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96328" y="960120"/>
            <a:ext cx="1572768" cy="8046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6328" y="9601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96328" y="960120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17830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39112" y="17830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58184" y="17830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77256" y="17830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96328" y="17830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9704" y="1920240"/>
            <a:ext cx="0" cy="47548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395728"/>
            <a:ext cx="1572768" cy="804672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3957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2395728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92808" y="2798064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39112" y="2395728"/>
            <a:ext cx="1572768" cy="804672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39112" y="23957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39112" y="2395728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11880" y="2798064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58184" y="2395728"/>
            <a:ext cx="1572768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58184" y="23957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58184" y="2395728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30952" y="2798064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77256" y="2395728"/>
            <a:ext cx="1572768" cy="80467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77256" y="23957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77256" y="2395728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50024" y="2798064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96328" y="2395728"/>
            <a:ext cx="1572768" cy="80467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96328" y="23957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96328" y="2395728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0040" y="32186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39112" y="32186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758184" y="32186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77256" y="32186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96328" y="32186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20040" y="74980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20040" y="219456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" y="3429000"/>
            <a:ext cx="85496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0040" y="3429000"/>
            <a:ext cx="64008" cy="1353312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3502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MANDATORY: Feature rule file must exist before Step 1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4864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.claude/rules/features/_TEMPLATE.md  .claude/rules/features/[TICKET-ID]-[name].md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41513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in: API contracts · data model · Redux shape · component tree · business rules — then start coding.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Prompting Patterns — Give These to Your Team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4206240" cy="30175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0467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feature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4023360" cy="1417320"/>
          </a:xfrm>
          <a:prstGeom prst="rect">
            <a:avLst/>
          </a:prstGeom>
          <a:solidFill>
            <a:srgbClr val="111E45"/>
          </a:solidFill>
          <a:ln w="12700">
            <a:solidFill>
              <a:srgbClr val="111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43584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am building [TICKET-ID]: [description].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feature rule file is at .claude/rules/features/[name].md.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it. Then read the nearest reference module.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all impacted files before writing any code.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4206240" cy="301752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0467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170432"/>
            <a:ext cx="4023360" cy="1417320"/>
          </a:xfrm>
          <a:prstGeom prst="rect">
            <a:avLst/>
          </a:prstGeom>
          <a:solidFill>
            <a:srgbClr val="111E45"/>
          </a:solidFill>
          <a:ln w="12700">
            <a:solidFill>
              <a:srgbClr val="111E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243584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Following CLAUDE.md and the feature rule file, implement [task].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the same pattern as [existing module].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tests. Do not change unrelated files.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1635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16352"/>
            <a:ext cx="4206240" cy="301752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1635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check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182112"/>
            <a:ext cx="4023360" cy="1417320"/>
          </a:xfrm>
          <a:prstGeom prst="rect">
            <a:avLst/>
          </a:prstGeom>
          <a:solidFill>
            <a:srgbClr val="111E45"/>
          </a:solidFill>
          <a:ln w="12700">
            <a:solidFill>
              <a:srgbClr val="111E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55264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the code you just wrote against CLAUDE.md.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Check: pattern match, test coverage, security rules, missing wiring.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any issues before I accept this.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81635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16352"/>
            <a:ext cx="4206240" cy="301752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81635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Claude drifts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182112"/>
            <a:ext cx="4023360" cy="1417320"/>
          </a:xfrm>
          <a:prstGeom prst="rect">
            <a:avLst/>
          </a:prstGeom>
          <a:solidFill>
            <a:srgbClr val="111E45"/>
          </a:solidFill>
          <a:ln w="12700">
            <a:solidFill>
              <a:srgbClr val="111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55264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Stop. This does not follow the existing pattern.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[existing file] and match its structure exactly.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E45"/>
          </a:solidFill>
          <a:ln w="12700">
            <a:solidFill>
              <a:srgbClr val="111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201168" cy="82296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1284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Security Gates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· Veracode · Non-negotiable standards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— Coverage &amp; Quality Requirements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983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64008" cy="3383280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778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Targets by Layer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261872"/>
            <a:ext cx="2331720" cy="30175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6187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261872"/>
            <a:ext cx="1005840" cy="30175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2618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69080" y="1261872"/>
            <a:ext cx="1005840" cy="30175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2618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1572768"/>
            <a:ext cx="4251960" cy="329184"/>
          </a:xfrm>
          <a:prstGeom prst="rect">
            <a:avLst/>
          </a:prstGeom>
          <a:solidFill>
            <a:srgbClr val="F7F9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5727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060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911096"/>
            <a:ext cx="4251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9110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 / helpers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19110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19110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2249424"/>
            <a:ext cx="4251960" cy="329184"/>
          </a:xfrm>
          <a:prstGeom prst="rect">
            <a:avLst/>
          </a:prstGeom>
          <a:solidFill>
            <a:srgbClr val="F7F9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2494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06040" y="22494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22494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2587752"/>
            <a:ext cx="4251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5877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06040" y="2587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2587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2926080"/>
            <a:ext cx="4251960" cy="329184"/>
          </a:xfrm>
          <a:prstGeom prst="rect">
            <a:avLst/>
          </a:prstGeom>
          <a:solidFill>
            <a:srgbClr val="F7F9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9260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slices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06040" y="2926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2926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3264408"/>
            <a:ext cx="4251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2644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06040" y="32644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0" y="32644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0" y="8778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Rules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0" y="1298448"/>
            <a:ext cx="3383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0" y="1298448"/>
            <a:ext cx="64008" cy="566928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13533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complexity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87568" y="159105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 per function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0" y="1984248"/>
            <a:ext cx="3383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86400" y="1984248"/>
            <a:ext cx="64008" cy="566928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87568" y="20391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87568" y="227685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copied blocks &gt; 5 lines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0" y="2670048"/>
            <a:ext cx="3383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486400" y="2670048"/>
            <a:ext cx="64008" cy="566928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27249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dead code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87568" y="296265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unused vars, imports, functions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0" y="3355848"/>
            <a:ext cx="3383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486400" y="3355848"/>
            <a:ext cx="64008" cy="566928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87568" y="34107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tests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87568" y="364845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+ failure + edge cases — not padding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0" y="4041648"/>
            <a:ext cx="3383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486400" y="4041648"/>
            <a:ext cx="64008" cy="566928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40965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code smells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687568" y="433425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must leave the score equal or better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Veracode SAST — Security Rules Baked Into CLAUDE.md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1691640" cy="3474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804672"/>
            <a:ext cx="960120" cy="3474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8046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5669280" cy="3474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804672"/>
            <a:ext cx="56692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161288"/>
            <a:ext cx="8503920" cy="530352"/>
          </a:xfrm>
          <a:prstGeom prst="rect">
            <a:avLst/>
          </a:prstGeom>
          <a:solidFill>
            <a:srgbClr val="F7F9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1612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12848" y="1289304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E8EDF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12848" y="12893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CWE-89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18688" y="116128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parameterized queries only — never string-concatenated SQL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170992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70992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12848" y="1837944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E8EDF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12848" y="18379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CWE-79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18688" y="170992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dangerouslySetInnerHTML without DOMPurify.sanitize()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258568"/>
            <a:ext cx="8503920" cy="530352"/>
          </a:xfrm>
          <a:prstGeom prst="rect">
            <a:avLst/>
          </a:prstGeom>
          <a:solidFill>
            <a:srgbClr val="F7F9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2585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12848" y="2386584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E8EDF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12848" y="23865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CWE-312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18688" y="225856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process.env only — never inline credentials or API keys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80720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0720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12848" y="2935224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E8EDF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12848" y="2935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CWE-639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18688" y="280720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filter DB queries by userId — never trust req.params.id alone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355848"/>
            <a:ext cx="8503920" cy="530352"/>
          </a:xfrm>
          <a:prstGeom prst="rect">
            <a:avLst/>
          </a:prstGeom>
          <a:solidFill>
            <a:srgbClr val="F7F9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35584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Leakage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12848" y="3483864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E8EDF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12848" y="3483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CWE-209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18688" y="335584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message to client, full detail to server logger only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90448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9044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12848" y="4032504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E8EDF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12848" y="4032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CWE-20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18688" y="390448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req.body fields validated via DTO before reaching the service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4498848"/>
            <a:ext cx="8549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4498848"/>
            <a:ext cx="64008" cy="329184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5354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are in CLAUDE.md — Claude checks them before generating any backend or API code.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 — Governance Controls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4206240" cy="3657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04672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 —  Feature rule file review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code is written, TL reviews the feature rule file for correct API contracts, data model, and business rules. This is the cheapest place to catch design issues.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4206240" cy="365760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804672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 —  PR checklist enforcement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243584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template includes: feature rule file exists · pattern follows reference module · no new libraries · full wiring end-to-end · SonarQube passed · Veracode passed · CLAUDE.local.md not committed.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2491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24912"/>
            <a:ext cx="4206240" cy="365760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724912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 —  CLAUDE.md governance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163824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CLAUDE.md and .claude/rules/*.md go through a PR — no direct commits. When a new pattern is adopted, update the rules immediately so all future sessions follow 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2491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724912"/>
            <a:ext cx="4206240" cy="36576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724912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  —  Permission deny list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163824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 deny list blocks: git push, git merge, rm -rf, DROP TABLE, npm install without approval. Claude cannot bypass this — it is enforced at the tool permission level.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2743200" cy="43891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" y="1408176"/>
            <a:ext cx="182880" cy="1828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3167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and maintain CLAUDE.md and .claude/rules/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1956816"/>
            <a:ext cx="182880" cy="1828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18653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feature rule files before development starts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" y="2505456"/>
            <a:ext cx="182880" cy="1828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41401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all new patterns before they enter the rules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054096"/>
            <a:ext cx="182880" cy="1828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29626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Claude checklist to PR template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" y="3602736"/>
            <a:ext cx="182880" cy="1828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35112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CLAUDE.md updates at standup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" y="4151376"/>
            <a:ext cx="182880" cy="1828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40599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merge changes to rule files via PR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27832" y="804672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804672"/>
            <a:ext cx="2743200" cy="438912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8046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92424" y="1408176"/>
            <a:ext cx="182880" cy="182880"/>
          </a:xfrm>
          <a:prstGeom prst="ellipse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48456" y="13167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launch Claude Code from project root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92424" y="1956816"/>
            <a:ext cx="182880" cy="182880"/>
          </a:xfrm>
          <a:prstGeom prst="ellipse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48456" y="18653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/status at every session start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92424" y="2505456"/>
            <a:ext cx="182880" cy="182880"/>
          </a:xfrm>
          <a:prstGeom prst="ellipse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48456" y="241401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 rule file before writing any code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92424" y="3054096"/>
            <a:ext cx="182880" cy="182880"/>
          </a:xfrm>
          <a:prstGeom prst="ellipse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48456" y="29626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standard prompting patterns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92424" y="3602736"/>
            <a:ext cx="182880" cy="182880"/>
          </a:xfrm>
          <a:prstGeom prst="ellipse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48456" y="35112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accept code that violates CLAUDE.md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92424" y="4151376"/>
            <a:ext cx="182880" cy="182880"/>
          </a:xfrm>
          <a:prstGeom prst="ellipse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48456" y="40599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CLAUDE.local.md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35624" y="804672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35624" y="804672"/>
            <a:ext cx="2743200" cy="438912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35624" y="8046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300216" y="1408176"/>
            <a:ext cx="182880" cy="182880"/>
          </a:xfrm>
          <a:prstGeom prst="ellipse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13167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Claude output as a draft — read before committing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00216" y="1956816"/>
            <a:ext cx="182880" cy="182880"/>
          </a:xfrm>
          <a:prstGeom prst="ellipse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56248" y="18653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code Claude generates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00216" y="2505456"/>
            <a:ext cx="182880" cy="182880"/>
          </a:xfrm>
          <a:prstGeom prst="ellipse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56248" y="241401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when Claude suggestions conflict with rules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00216" y="3054096"/>
            <a:ext cx="182880" cy="182880"/>
          </a:xfrm>
          <a:prstGeom prst="ellipse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56248" y="29626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an assistant, not an autonomous agent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00216" y="3602736"/>
            <a:ext cx="182880" cy="182880"/>
          </a:xfrm>
          <a:prstGeom prst="ellipse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56248" y="35112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sessions drift — restart for new features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00216" y="4151376"/>
            <a:ext cx="182880" cy="182880"/>
          </a:xfrm>
          <a:prstGeom prst="ellipse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56248" y="40599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CLAUDE.md gaps in team retrospectives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Onboarding Checklist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64008" cy="39319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595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31673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261872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Claude Code (minimum version pinned in team docs)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975104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92024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claude and complete authentication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33472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57860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to project root and run claude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236976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/status — confirm CLAUDE.md is loaded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950208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895344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/memory — confirm all .claude/rules/*.md files are listed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27832" y="804672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804672"/>
            <a:ext cx="64008" cy="3931920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8595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10712" y="131673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5B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1261872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CLAUDE.md in full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10712" y="1975104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5B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192024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.claude/rules/features/_TEMPLATE.md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10712" y="2633472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5B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257860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E2E flow (menu through tests)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10712" y="329184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5B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3236976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to create a feature rule file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10712" y="3950208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5B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895344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deny list — what Claude cannot do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35624" y="804672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35624" y="804672"/>
            <a:ext cx="64008" cy="3931920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8595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18504" y="131673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F9B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1261872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CLAUDE.local.md for personal preferences (do not commit)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18504" y="1975104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F9B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11112" y="192024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session with /status before any coding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18504" y="2633472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F9B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11112" y="257860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small task using standard prompting patterns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18504" y="329184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F9B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11112" y="3236976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/memory to confirm rule files are active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18504" y="3950208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F9B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11112" y="3895344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any questions with TL before starting a feature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Can &amp; Cannot Do — Set Team Expectations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Team Adoption Guide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206240" cy="384048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61872"/>
            <a:ext cx="64008" cy="530352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618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126187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full E2E feature code following existing patterns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47088"/>
            <a:ext cx="64008" cy="530352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4708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184708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unit and integration tests with meaningful coverage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432304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32304"/>
            <a:ext cx="64008" cy="530352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3230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243230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 mismatches and security issues in its own output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64008" cy="530352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30175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follow feature rule files and CLAUDE.md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02736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02736"/>
            <a:ext cx="64008" cy="530352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0273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" y="360273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generated code against quality rules before presenting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18795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187952"/>
            <a:ext cx="64008" cy="530352"/>
          </a:xfrm>
          <a:prstGeom prst="rect">
            <a:avLst/>
          </a:prstGeom>
          <a:solidFill>
            <a:srgbClr val="0F9B72"/>
          </a:solidFill>
          <a:ln w="12700">
            <a:solidFill>
              <a:srgbClr val="0F9B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8795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" y="41879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the safer, smaller, more consistent approach when unsure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804672"/>
            <a:ext cx="4206240" cy="384048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8046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CANNOT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09160" y="126187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261872"/>
            <a:ext cx="64008" cy="530352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2618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30368" y="126187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code, merge branches, or deploy — denied at permission level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1847088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1847088"/>
            <a:ext cx="64008" cy="530352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184708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30368" y="184708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team decisions made outside the codebase (Jira, Slack, meetings)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9160" y="2432304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2432304"/>
            <a:ext cx="64008" cy="530352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43230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30368" y="243230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its output is 100% correct — always review before committing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09160" y="301752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017520"/>
            <a:ext cx="64008" cy="530352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0175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230368" y="30175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context across separate sessions — restart for new tasks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09160" y="3602736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3602736"/>
            <a:ext cx="64008" cy="530352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60273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230368" y="360273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forced to follow rules if a developer actively re-prompts to ignore them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09160" y="418795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4187952"/>
            <a:ext cx="64008" cy="530352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418795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230368" y="41879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developer's judgment — it is a tool, not an autonomous agent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365760" cy="5143500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Habit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331720"/>
            <a:ext cx="2286000" cy="36576"/>
          </a:xfrm>
          <a:prstGeom prst="rect">
            <a:avLst/>
          </a:prstGeom>
          <a:solidFill>
            <a:srgbClr val="F4A623">
              <a:alpha val="70000"/>
            </a:srgbClr>
          </a:solidFill>
          <a:ln w="12700">
            <a:solidFill>
              <a:srgbClr val="F4A623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4688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feature rule file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single line of code.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3337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gate prevents most drift, design mismatches,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incomplete implementations before they reach PR.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914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1417320"/>
            <a:ext cx="182880" cy="18288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committed to the repo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2084832"/>
            <a:ext cx="182880" cy="18288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039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rule file = definition of ready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2752344"/>
            <a:ext cx="182880" cy="18288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7066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reviews rule files, not just PRs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3419856"/>
            <a:ext cx="182880" cy="18288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374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 maintainer, not re-architect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4087368"/>
            <a:ext cx="182880" cy="18288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4041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judgment always comes last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D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— Team Adoption Guide</dc:title>
  <dc:subject>PptxGenJS Presentation</dc:subject>
  <dc:creator>PptxGenJS</dc:creator>
  <cp:lastModifiedBy>PptxGenJS</cp:lastModifiedBy>
  <cp:revision>1</cp:revision>
  <dcterms:created xsi:type="dcterms:W3CDTF">2026-04-19T04:08:27Z</dcterms:created>
  <dcterms:modified xsi:type="dcterms:W3CDTF">2026-04-19T04:08:27Z</dcterms:modified>
</cp:coreProperties>
</file>